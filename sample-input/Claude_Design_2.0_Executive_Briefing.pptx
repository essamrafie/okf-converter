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54864" cy="2194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Design 2.0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for the Organization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 now stays on brand for daily work — rebuilt design system import, seamless sync with Claude Code, and a powerful new canvas editor.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36576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1M+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users in first week  |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Public Beta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on Pro, Max, Team &amp; Enterprise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0" y="3840480"/>
            <a:ext cx="1371600" cy="1371600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Import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Brand Compliance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Import from GitHub, design files, or uploads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Claude builds with your real components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Auto-validates output against design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Auto-corrects before you see results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Admin role: lock one standard system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</a:rPr>
              <a:t>Enterprise-grade brand consistency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822960"/>
            <a:ext cx="39319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05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005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Dev Handoff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8BDF8"/>
                </a:solidFill>
              </a:rPr>
              <a:t>/design-sync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</a:rPr>
              <a:t>pull design system into Design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818CF8"/>
                </a:solidFill>
              </a:rPr>
              <a:t>/design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5F9"/>
                </a:solidFill>
              </a:rPr>
              <a:t>create/edit sync from terminal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Seamless design-to-code handoff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No restart from screenshot — continues your 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Turn code into live prototypes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</a:rPr>
              <a:t>Bidirectional: design → code → design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Capabilities &amp;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Canvas Editor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resize, align directly on canvas. Comment on any element, edit text inline, use adjustment sliders for spacing/color. Hundreds of stability fixes.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82296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05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Ecosystem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PDF/PPTX. Connectors: Adobe, Canva, Gamma, Miro, Replit, Vercel, Wix, Lovable, Base44 — with more coming.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88036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15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first week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432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Shared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74320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limits across tools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3063240"/>
            <a:ext cx="27432" cy="6858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4"/>
          <p:cNvSpPr/>
          <p:nvPr/>
        </p:nvSpPr>
        <p:spPr>
          <a:xfrm>
            <a:off x="2560320" y="3063240"/>
            <a:ext cx="27432" cy="6858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Beta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02920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 / Max / Team / Enterprise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Turn-key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8580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admin controls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Evaluate Claude Design 2.0 for brand-consistent design workflows | claude.com/product/design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2.0 - Executive Briefing</dc:title>
  <dc:subject>PptxGenJS Presentation</dc:subject>
  <dc:creator>Hermes Agent</dc:creator>
  <cp:lastModifiedBy>Hermes Agent</cp:lastModifiedBy>
  <cp:revision>1</cp:revision>
  <dcterms:created xsi:type="dcterms:W3CDTF">2026-06-25T01:25:34Z</dcterms:created>
  <dcterms:modified xsi:type="dcterms:W3CDTF">2026-06-25T01:25:34Z</dcterms:modified>
</cp:coreProperties>
</file>